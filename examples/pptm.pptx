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
  <Relationship Id="rId1" Type="http://schemas.openxmlformats.org/package/2006/relationships/metadata/core-properties" Target="docProps/core.xml"/>
  <Relationship Id="rId2" Type="http://schemas.openxmlformats.org/officeDocument/2006/relationships/extended-properties" Target="docProps/app.xml"/>
  <Relationship Id="rId3" Type="http://schemas.openxmlformats.org/officeDocument/2006/relationships/custom-properties" Target="docProps/custom.xml"/>
  <Relationship Id="rId4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  <Relationship Id="rId4" Type="http://schemas.openxmlformats.org/officeDocument/2006/relationships/slide" Target="slides/slide1.xml"/>
  <Relationship Id="rId5" Type="http://schemas.openxmlformats.org/officeDocument/2006/relationships/slide" Target="slides/slide2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7B6E612D-3CC0-48CC-BAFC-8979CF95B73C}" type="slidenum">
              <a:rPr b="0" lang="en-US" sz="1400" spc="-1" strike="noStrike">
                <a:latin typeface="Times New Roman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4278240" y="10156680"/>
            <a:ext cx="3281040" cy="53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/>
          <a:p>
            <a:pPr algn="r">
              <a:lnSpc>
                <a:spcPct val="100000"/>
              </a:lnSpc>
            </a:pPr>
            <a:fld id="{E5104AE0-08F3-4A4A-BD08-96CE57DA4EA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0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4278240" y="10156680"/>
            <a:ext cx="3281040" cy="53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/>
          <a:p>
            <a:pPr algn="r">
              <a:lnSpc>
                <a:spcPct val="100000"/>
              </a:lnSpc>
            </a:pPr>
            <a:fld id="{B34E6366-4D0A-4B1B-A0A7-2AFCED28852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8000" cy="481140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  <Relationship Id="rId6" Type="http://schemas.openxmlformats.org/officeDocument/2006/relationships/slideLayout" Target="../slideLayouts/slideLayout5.xml"/>
  <Relationship Id="rId7" Type="http://schemas.openxmlformats.org/officeDocument/2006/relationships/slideLayout" Target="../slideLayouts/slideLayout6.xml"/>
  <Relationship Id="rId8" Type="http://schemas.openxmlformats.org/officeDocument/2006/relationships/slideLayout" Target="../slideLayouts/slideLayout7.xml"/>
  <Relationship Id="rId9" Type="http://schemas.openxmlformats.org/officeDocument/2006/relationships/slideLayout" Target="../slideLayouts/slideLayout8.xml"/>
  <Relationship Id="rId10" Type="http://schemas.openxmlformats.org/officeDocument/2006/relationships/slideLayout" Target="../slideLayouts/slideLayout9.xml"/>
  <Relationship Id="rId11" Type="http://schemas.openxmlformats.org/officeDocument/2006/relationships/slideLayout" Target="../slideLayouts/slideLayout10.xml"/>
  <Relationship Id="rId12" Type="http://schemas.openxmlformats.org/officeDocument/2006/relationships/slideLayout" Target="../slideLayouts/slideLayout11.xml"/>
  <Relationship Id="rId13" Type="http://schemas.openxmlformats.org/officeDocument/2006/relationships/slideLayout" Target="../slideLayouts/slideLayout12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503280" y="6886440"/>
            <a:ext cx="2349000" cy="522000"/>
          </a:xfrm>
          <a:prstGeom prst="rect">
            <a:avLst/>
          </a:prstGeom>
        </p:spPr>
        <p:txBody>
          <a:bodyPr lIns="0" rIns="0" tIns="0" bIns="0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448080" y="6886440"/>
            <a:ext cx="3193560" cy="522000"/>
          </a:xfrm>
          <a:prstGeom prst="rect">
            <a:avLst/>
          </a:prstGeom>
        </p:spPr>
        <p:txBody>
          <a:bodyPr lIns="0" rIns="0" tIns="0" bIns="0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7227720" y="6886440"/>
            <a:ext cx="2347560" cy="522000"/>
          </a:xfrm>
          <a:prstGeom prst="rect">
            <a:avLst/>
          </a:prstGeom>
        </p:spPr>
        <p:txBody>
          <a:bodyPr lIns="0" rIns="0" tIns="0" bIns="0"/>
          <a:p>
            <a:pPr algn="r">
              <a:lnSpc>
                <a:spcPct val="100000"/>
              </a:lnSpc>
            </a:pPr>
            <a:fld id="{BBF5D0E5-AD4D-4FD7-8738-616E782CAF67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Lucida Sans Unicode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hyperlink" Target="https://www.online-convert.com/" TargetMode="External"/>
  <Relationship Id="rId2" Type="http://schemas.openxmlformats.org/officeDocument/2006/relationships/hyperlink" Target="https://www.online-convert.com/file-type" TargetMode="External"/>
  <Relationship Id="rId3" Type="http://schemas.openxmlformats.org/officeDocument/2006/relationships/hyperlink" Target="https://en.wikipedia.org/wiki/John_Doe" TargetMode="External"/>
  <Relationship Id="rId4" Type="http://schemas.openxmlformats.org/officeDocument/2006/relationships/hyperlink" Target="https://creativecommons.org/licenses/by-sa/3.0/" TargetMode="External"/>
  <Relationship Id="rId5" Type="http://schemas.openxmlformats.org/officeDocument/2006/relationships/image" Target="../media/image1.png"/>
  <Relationship Id="rId6" Type="http://schemas.openxmlformats.org/officeDocument/2006/relationships/image" Target="../media/image2.png"/>
  <Relationship Id="rId7" Type="http://schemas.openxmlformats.org/officeDocument/2006/relationships/slideLayout" Target="../slideLayouts/slideLayout1.xml"/>
  <Relationship Id="rId8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image" Target="../media/image3.jpe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2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167400" y="428760"/>
            <a:ext cx="907236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Hello {user}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503280" y="1768320"/>
            <a:ext cx="9072360" cy="429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50000"/>
              </a:lnSpc>
              <a:spcAft>
                <a:spcPts val="1412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icrosoft YaHei"/>
              </a:rPr>
              <a:t>Hello {user}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1412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1412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Aft>
                <a:spcPts val="1412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Shape 3"/>
          <p:cNvSpPr txBox="1"/>
          <p:nvPr/>
        </p:nvSpPr>
        <p:spPr>
          <a:xfrm>
            <a:off x="260280" y="4956120"/>
            <a:ext cx="9566280" cy="2042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Arial"/>
                <a:ea typeface="Microsoft YaHei"/>
                <a:hlinkClick r:id="rId1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Arial"/>
                <a:ea typeface="Microsoft YaHei"/>
                <a:hlinkClick r:id="rId2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Arial"/>
                <a:ea typeface="Microsoft YaHei"/>
                <a:hlinkClick r:id="rId3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Arial"/>
                <a:ea typeface="Microsoft YaHei"/>
                <a:hlinkClick r:id="rId4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rafik 8" descr=""/>
          <p:cNvPicPr/>
          <p:nvPr/>
        </p:nvPicPr>
        <p:blipFill>
          <a:blip r:embed="rId5"/>
          <a:stretch/>
        </p:blipFill>
        <p:spPr>
          <a:xfrm>
            <a:off x="260280" y="5133960"/>
            <a:ext cx="887040" cy="893520"/>
          </a:xfrm>
          <a:prstGeom prst="rect">
            <a:avLst/>
          </a:prstGeom>
          <a:ln>
            <a:noFill/>
          </a:ln>
        </p:spPr>
      </p:pic>
      <p:pic>
        <p:nvPicPr>
          <p:cNvPr id="50" name="Grafik 9" descr=""/>
          <p:cNvPicPr/>
          <p:nvPr/>
        </p:nvPicPr>
        <p:blipFill>
          <a:blip r:embed="rId6"/>
          <a:stretch/>
        </p:blipFill>
        <p:spPr>
          <a:xfrm>
            <a:off x="8458200" y="5977800"/>
            <a:ext cx="1117080" cy="393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3280" y="301680"/>
            <a:ext cx="907236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>
              <a:lnSpc>
                <a:spcPct val="15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3280" y="1768320"/>
            <a:ext cx="9072360" cy="429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50000"/>
              </a:lnSpc>
              <a:spcAft>
                <a:spcPts val="141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/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rafik 6" descr=""/>
          <p:cNvPicPr/>
          <p:nvPr/>
        </p:nvPicPr>
        <p:blipFill>
          <a:blip r:embed="rId1"/>
          <a:stretch/>
        </p:blipFill>
        <p:spPr>
          <a:xfrm>
            <a:off x="3149640" y="4913280"/>
            <a:ext cx="3458880" cy="2298240"/>
          </a:xfrm>
          <a:prstGeom prst="rect">
            <a:avLst/>
          </a:prstGeom>
          <a:ln>
            <a:noFill/>
          </a:ln>
        </p:spPr>
      </p:pic>
    </p:spTree>
  </p:cSld>
  <p:transition spd="slow">
    <p:circle/>
  </p:transition>
  <p:timing>
    <p:tnLst>
      <p:par>
        <p:cTn id="3" dur="indefinite" restart="never" nodeType="tmRoot">
          <p:childTnLst>
            <p:seq>
              <p:cTn id="4" dur="indefinite" nodeType="mainSeq">
                <p:childTnLst>
                  <p:par>
                    <p:cTn id="5" nodeType="clickEffect" fill="hold">
                      <p:stCondLst>
                        <p:cond delay="0"/>
                      </p:stCondLst>
                      <p:childTnLst>
                        <p:par>
                          <p:cTn id="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" nodeType="after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Microsoft word</Application>
  <Words>208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1901-01-01T05:00:00Z</dcterms:created>
  <dc:creator>Docxtemplater team</dc:creator>
  <dc:description/>
  <dc:language>en-US</dc:language>
  <cp:lastModifiedBy>Docxtemplater team</cp:lastModifiedBy>
  <dcterms:modified xsi:type="dcterms:W3CDTF">1901-01-01T05:00:00Z</dcterms:modified>
  <cp:revision>13</cp:revision>
  <dc:subject/>
  <dc:title>Docxtemplater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Benutzerdefiniert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</vt:i4>
  </property>
</Properties>
</file>